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2907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Zomato Restaurant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3200400" y="2509450"/>
            <a:ext cx="2743200" cy="45720"/>
          </a:xfrm>
          <a:prstGeom prst="rect">
            <a:avLst/>
          </a:prstGeom>
          <a:solidFill>
            <a:srgbClr val="F9616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Findings Overview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73152" cy="1188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55448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123,657 Restaurants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Analyzed across multiple cities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128016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280160"/>
            <a:ext cx="73152" cy="1188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516636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85216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Budget Dominance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852160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Majority priced under ₹200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83464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834640"/>
            <a:ext cx="73152" cy="1188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⭐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55448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3.8-4.1 Rating Range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3429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restaurants cluster here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283464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2834640"/>
            <a:ext cx="73152" cy="1188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516636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🚚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85216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Delivery &gt; Dining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852160" y="3429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delivery ratings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Insight 1: City Distribution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1097280"/>
          </a:xfrm>
          <a:prstGeom prst="rect">
            <a:avLst/>
          </a:prstGeom>
          <a:solidFill>
            <a:srgbClr val="2F3C7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Finding: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Hyderabad have the most restaurants. These cities are Zomato's biggest markets.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05840"/>
            <a:ext cx="393192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Action: Focus expansion efforts on these high-performing markets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Insight 2: Popular Cuisines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1097280"/>
          </a:xfrm>
          <a:prstGeom prst="rect">
            <a:avLst/>
          </a:prstGeom>
          <a:solidFill>
            <a:srgbClr val="2F3C7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Finding: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Beverages, Pizza and Fast Food are the top cuisines. Quick-service food is most popular on the platform.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05840"/>
            <a:ext cx="393192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Action: Promote top cuisines in search and homepage banners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Insight 3: Rating Distribution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1097280"/>
          </a:xfrm>
          <a:prstGeom prst="rect">
            <a:avLst/>
          </a:prstGeom>
          <a:solidFill>
            <a:srgbClr val="2F3C7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Finding: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restaurants have rating between 3.8 and 4.1. Very few restaurants reach 4.5 or above.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05840"/>
            <a:ext cx="393192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Action: Give 'Zomato Choice' badge to top rated restaurants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Insight 4: Price Category Breakdown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85528"/>
            <a:ext cx="4114800" cy="1097280"/>
          </a:xfrm>
          <a:prstGeom prst="rect">
            <a:avLst/>
          </a:prstGeom>
          <a:solidFill>
            <a:srgbClr val="2F3C7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5544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Finding: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restaurants are Budget priced (under ₹200). Zomato users mostly prefer affordable food.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05840"/>
            <a:ext cx="393192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Action: Create a 'Best Budget Eats' section on the app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Insight 5: Price vs Rating Analysis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72288"/>
            <a:ext cx="4114800" cy="1097280"/>
          </a:xfrm>
          <a:prstGeom prst="rect">
            <a:avLst/>
          </a:prstGeom>
          <a:solidFill>
            <a:srgbClr val="2F3C7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593453" y="1437301"/>
            <a:ext cx="392404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Finding: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 restaurants do not always have better ratings. Some budget restaurants perform just as well as premium ones.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05840"/>
            <a:ext cx="393192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Takeaway: Quality matters more than price for customer satisfaction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Insight 6: Dining vs Delivery Ratings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72287"/>
            <a:ext cx="4114800" cy="1097280"/>
          </a:xfrm>
          <a:prstGeom prst="rect">
            <a:avLst/>
          </a:prstGeom>
          <a:solidFill>
            <a:srgbClr val="2F3C7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00667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Finding: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ratings are slightly higher than dining ratings. Zomato delivery service is well received by customers.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05840"/>
            <a:ext cx="393192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Action: Highlight restaurants consistent in both dining and delivery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Performing Restaurants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1097280"/>
          </a:xfrm>
          <a:prstGeom prst="rect">
            <a:avLst/>
          </a:prstGeom>
          <a:solidFill>
            <a:srgbClr val="2F3C7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7: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Ice Cream is the best rated restaurant. Top restaurants should receive special badges on the app.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05840"/>
            <a:ext cx="393192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Action: Award 'Zomato Elite' status to consistently top-rated establishments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Cuisine Performance Analysis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822960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cuisines show consistent quality across the platform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Correlation Insights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097280"/>
            <a:ext cx="640080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correlation between dining and delivery ratings shows consistent service quality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Insight 8: Bestseller Item Analysis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42010"/>
            <a:ext cx="4114800" cy="1097280"/>
          </a:xfrm>
          <a:prstGeom prst="rect">
            <a:avLst/>
          </a:prstGeom>
          <a:solidFill>
            <a:srgbClr val="2F3C7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2489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Finding: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Bestseller items have a clear price pattern vs regular items. Restaurants should tag more popular items as bestsellers.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05840"/>
            <a:ext cx="393192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Action: Encourage restaurants to properly tag bestseller items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 Recommendations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280160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2344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'Zomato Choice' badge to top rated restaurants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76809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920240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920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8745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quality alerts to restaurants with rating below 3.0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468880"/>
            <a:ext cx="76809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2560320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560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5146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'Best Budget Eats' section on the app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108960"/>
            <a:ext cx="76809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3200400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1546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 smaller cities like Goa and Raipur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3749040"/>
            <a:ext cx="76809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3840480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840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7947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top cuisines in search and homepage banners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4389120"/>
            <a:ext cx="76809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" y="4480560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480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44348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 restaurants consistent in dining and delivery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428</Words>
  <Application>Microsoft Office PowerPoint</Application>
  <PresentationFormat>On-screen Show (16:9)</PresentationFormat>
  <Paragraphs>76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Zomato Restaurant Analysis</dc:title>
  <dc:subject>PptxGenJS Presentation</dc:subject>
  <dc:creator>Zomato EDA Analysis</dc:creator>
  <cp:lastModifiedBy>Nitesh Kumar Vishwakarma</cp:lastModifiedBy>
  <cp:revision>2</cp:revision>
  <dcterms:created xsi:type="dcterms:W3CDTF">2026-04-08T04:17:08Z</dcterms:created>
  <dcterms:modified xsi:type="dcterms:W3CDTF">2026-04-08T04:37:16Z</dcterms:modified>
</cp:coreProperties>
</file>